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00"/>
    <a:srgbClr val="FEF351"/>
    <a:srgbClr val="F5E004"/>
    <a:srgbClr val="FFE385"/>
    <a:srgbClr val="F6D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18"/>
  </p:normalViewPr>
  <p:slideViewPr>
    <p:cSldViewPr snapToGrid="0">
      <p:cViewPr>
        <p:scale>
          <a:sx n="98" d="100"/>
          <a:sy n="98" d="100"/>
        </p:scale>
        <p:origin x="14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D23AA-5CD2-470F-A9DA-248AF6E6A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53ED4D-8CA7-635F-3B93-B032D45AE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EE89D-4B57-9FF5-4A59-7908DA66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CB6B4-F13F-D723-4861-54A7E618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E9BBD-A737-520F-24DC-F2DFB2E0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369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81B18-34F7-E55A-04E5-3A8D4B06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3FFD93-EF29-5E88-456E-430B5C15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B2DD8-8EE3-B829-4EFE-F32ADB91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BCDD0-79F3-92CA-4522-145D5ACB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2446D-26CA-7F8B-75EA-6B410BA1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885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EF0F8-419C-CB6E-B9EB-9F801395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2409BA-D52F-A527-81D0-13252CCED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ED9A58-FD6C-B13A-F96E-F7E5A5BC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C89C4-6126-C9A1-17E3-CE6E188A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1D8C4-A772-753E-AC8B-97797F46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581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09801-DF0F-2EFC-6F93-2E33BA13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46AEF-3F7F-DBEB-A344-20802F983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CEEA2E-4E73-8405-C463-BAB0F7DE4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885DB6-489F-6E9C-4A99-2A2BDE4E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1B0D80-2426-F267-4491-14A716A6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C6451-0E42-6873-BA34-23F2BEBA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415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19D28-7F55-EBFA-CE10-828A1F08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AE1C0A-7C2C-82EC-BAB3-E49AFB0D9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D52B2F-D993-27C4-7C75-37E9A479E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AC7BA2-0BB0-9284-5A8F-2D0A00394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7B69B3-7521-17EC-87C5-4E4ACF428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944320-A458-A627-4ABF-299D65C0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BC826E-C118-29B8-67C1-0035C68E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51E203-90FE-A585-22A7-994F84AA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490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B25C0-1C36-55CB-0EFB-9EE65559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40174A-8867-15A8-CD63-BF5BA426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584F2E-C096-DDF7-23EC-8EFC9E38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307AA8-60CE-EFFC-EFF9-EEFBBBF3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79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DAF3BC-8F28-39EB-556C-3A45FB0D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F78F5B-8BD9-23EF-10D3-7B42F698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AFFD6-B794-5D6D-AAF3-D2989FEA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666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BACBF-B048-B6C6-DE1C-A7535504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DB847-E168-8C18-264F-EF157C3F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A5975-0612-2254-9C7A-9819DCD5E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4DCE6C-09DB-C4B5-BA1F-896C8348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98274C-0C78-FC6A-47AB-36791CA7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A2C215-51CA-EB15-00CF-C8437B3E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475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8FBD4-A565-B00A-FBFE-C5712C1D6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79E1AB-1889-05C4-0397-3E0D8586F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00BF0-7703-7313-D4A9-A4FF1CA9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51BE3D-A605-3D97-9510-A85BA65D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EB1F7-44C9-A0CB-BED3-C53368A0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0B0455-BB28-904D-9B07-749F1931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96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EF1EE-EC5A-3BC7-BD36-7CC2978C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67B03F-831B-CA0E-8AA1-59C0F7695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19051-9F37-269A-4E14-0F5D8E97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EEE4CA-0A01-B82B-633F-A36B3451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A4823-4E1A-301D-3FBE-DEC87F25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48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BB8E92-C5C7-D286-9B2A-D5A4A9785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6F59DE-608C-5C80-7C51-CAEAB1070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C4CB7-FF08-B262-A738-B54F076E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5F206-BE9D-4C87-28A5-7762FEE7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07736-71D9-DB53-F53C-01839CC1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204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C5A1DE-DBD8-2836-1AA7-252E34CD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1AC0A5-7EC4-F5A5-C13A-A49104724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B44880-0229-4D15-E6E7-FFF2C29C5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A4B6A-0598-4D46-A3A2-389CA488A42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C524A-3DA8-3E02-8D40-95431FD0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90D03B-0450-64CD-A818-52ABB2A35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9364C-9349-F842-ABA0-F03A7BC8BB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256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F9F2F64-7F7D-977D-299B-EFB796F934FA}"/>
              </a:ext>
            </a:extLst>
          </p:cNvPr>
          <p:cNvGrpSpPr/>
          <p:nvPr/>
        </p:nvGrpSpPr>
        <p:grpSpPr>
          <a:xfrm>
            <a:off x="3265714" y="1055914"/>
            <a:ext cx="5007429" cy="4909457"/>
            <a:chOff x="3265714" y="1055914"/>
            <a:chExt cx="5007429" cy="4909457"/>
          </a:xfrm>
        </p:grpSpPr>
        <p:sp>
          <p:nvSpPr>
            <p:cNvPr id="6" name="포인트가 24개인 별 5">
              <a:extLst>
                <a:ext uri="{FF2B5EF4-FFF2-40B4-BE49-F238E27FC236}">
                  <a16:creationId xmlns:a16="http://schemas.microsoft.com/office/drawing/2014/main" id="{F75B7759-8E76-633D-D9E2-DC31714E4A56}"/>
                </a:ext>
              </a:extLst>
            </p:cNvPr>
            <p:cNvSpPr/>
            <p:nvPr/>
          </p:nvSpPr>
          <p:spPr>
            <a:xfrm>
              <a:off x="3265714" y="1055914"/>
              <a:ext cx="5007429" cy="4909457"/>
            </a:xfrm>
            <a:prstGeom prst="star24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highlight>
                  <a:srgbClr val="FFFF00"/>
                </a:highlight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AA5BA89-C1F6-5E8E-A00C-33F2B4E38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7253" y="1701141"/>
              <a:ext cx="2667893" cy="3611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802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CBF577A-DE71-934B-56A1-0B91A7FF3D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1" t="13225" r="22791" b="26168"/>
          <a:stretch>
            <a:fillRect/>
          </a:stretch>
        </p:blipFill>
        <p:spPr bwMode="auto">
          <a:xfrm>
            <a:off x="2841171" y="1110343"/>
            <a:ext cx="3810000" cy="390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71C388E-663A-E2B6-5AF7-297035E57F86}"/>
              </a:ext>
            </a:extLst>
          </p:cNvPr>
          <p:cNvSpPr/>
          <p:nvPr/>
        </p:nvSpPr>
        <p:spPr>
          <a:xfrm>
            <a:off x="2574470" y="1110343"/>
            <a:ext cx="4537530" cy="4060371"/>
          </a:xfrm>
          <a:prstGeom prst="ellipse">
            <a:avLst/>
          </a:prstGeom>
          <a:solidFill>
            <a:srgbClr val="F6DC89"/>
          </a:solidFill>
          <a:ln>
            <a:noFill/>
          </a:ln>
          <a:effectLst>
            <a:softEdge rad="698546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A9C420-B956-5961-56F9-2FF5567BBF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509288" y="1258785"/>
            <a:ext cx="2667893" cy="36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DFA71A-C3CA-EF91-95E3-ECC57C5B9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32300" y="1340427"/>
            <a:ext cx="3086100" cy="4177145"/>
          </a:xfrm>
          <a:prstGeom prst="rect">
            <a:avLst/>
          </a:prstGeom>
          <a:effectLst>
            <a:glow rad="1550750">
              <a:srgbClr val="FFE385">
                <a:alpha val="72000"/>
              </a:srgbClr>
            </a:glow>
            <a:outerShdw blurRad="1270000" dist="50800" dir="1500000" sx="132720" sy="132720" algn="ctr" rotWithShape="0">
              <a:srgbClr val="FFFF00"/>
            </a:outerShdw>
          </a:effectLst>
        </p:spPr>
      </p:pic>
    </p:spTree>
    <p:extLst>
      <p:ext uri="{BB962C8B-B14F-4D97-AF65-F5344CB8AC3E}">
        <p14:creationId xmlns:p14="http://schemas.microsoft.com/office/powerpoint/2010/main" val="77420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497A0-4DCA-AB32-1502-4DFE6C77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FD29F5F-CE46-0F5F-4FA9-CD2E1F17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0" y="1340427"/>
            <a:ext cx="3086100" cy="41771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6512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30039EE-E85E-0D77-BB63-859F0F7C6F9D}"/>
              </a:ext>
            </a:extLst>
          </p:cNvPr>
          <p:cNvGrpSpPr/>
          <p:nvPr/>
        </p:nvGrpSpPr>
        <p:grpSpPr>
          <a:xfrm>
            <a:off x="3827235" y="1045029"/>
            <a:ext cx="4537530" cy="4060371"/>
            <a:chOff x="3827235" y="1045029"/>
            <a:chExt cx="4537530" cy="4060371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D3F0B6D8-E1EC-0821-206E-56BC64C2F1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16" t="14428" r="22356" b="27928"/>
            <a:stretch>
              <a:fillRect/>
            </a:stretch>
          </p:blipFill>
          <p:spPr bwMode="auto">
            <a:xfrm>
              <a:off x="4506686" y="1621971"/>
              <a:ext cx="2993572" cy="292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ABD9ED4-DA8A-4498-3CA1-6747A44FAD1A}"/>
                </a:ext>
              </a:extLst>
            </p:cNvPr>
            <p:cNvSpPr/>
            <p:nvPr/>
          </p:nvSpPr>
          <p:spPr>
            <a:xfrm>
              <a:off x="3827235" y="1045029"/>
              <a:ext cx="4537530" cy="4060371"/>
            </a:xfrm>
            <a:prstGeom prst="ellipse">
              <a:avLst/>
            </a:prstGeom>
            <a:solidFill>
              <a:srgbClr val="F6DC89"/>
            </a:solidFill>
            <a:ln>
              <a:noFill/>
            </a:ln>
            <a:effectLst>
              <a:softEdge rad="698546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E02E4E5-B8AD-70C0-3C4B-11220A029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45000"/>
            </a:blip>
            <a:stretch>
              <a:fillRect/>
            </a:stretch>
          </p:blipFill>
          <p:spPr>
            <a:xfrm>
              <a:off x="4886778" y="2443842"/>
              <a:ext cx="2418444" cy="1739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4087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스크린샷, 블루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4E0F8-0291-71D8-BFCD-E0B337EA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77" y="195189"/>
            <a:ext cx="9701433" cy="646762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B0D4EDED-F2FE-EF9A-0DC8-22150F9ECFAA}"/>
              </a:ext>
            </a:extLst>
          </p:cNvPr>
          <p:cNvGrpSpPr/>
          <p:nvPr/>
        </p:nvGrpSpPr>
        <p:grpSpPr>
          <a:xfrm>
            <a:off x="5483453" y="2212465"/>
            <a:ext cx="4783953" cy="2543818"/>
            <a:chOff x="5332370" y="2362200"/>
            <a:chExt cx="3839417" cy="21336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6F1B347-BD7B-A0B3-B3E3-009E5267B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2287" y="2362200"/>
              <a:ext cx="3619500" cy="21336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53A4BE9-6A19-133F-3B3F-8C1B6395A654}"/>
                </a:ext>
              </a:extLst>
            </p:cNvPr>
            <p:cNvSpPr/>
            <p:nvPr/>
          </p:nvSpPr>
          <p:spPr>
            <a:xfrm>
              <a:off x="5332370" y="2840385"/>
              <a:ext cx="899713" cy="355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860866E-2218-7A93-D2C7-34ED376C3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5593383" y="2840386"/>
              <a:ext cx="774700" cy="355600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F862508-D49D-85F4-77FE-986E3B238B5E}"/>
              </a:ext>
            </a:extLst>
          </p:cNvPr>
          <p:cNvGrpSpPr/>
          <p:nvPr/>
        </p:nvGrpSpPr>
        <p:grpSpPr>
          <a:xfrm>
            <a:off x="1639208" y="1802247"/>
            <a:ext cx="2867221" cy="2954036"/>
            <a:chOff x="598583" y="1670050"/>
            <a:chExt cx="3657600" cy="35179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281D2C42-884A-9752-FE36-76C05AFE7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20201C">
                    <a:alpha val="69020"/>
                  </a:srgbClr>
                </a:clrFrom>
                <a:clrTo>
                  <a:srgbClr val="20201C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8583" y="1670050"/>
              <a:ext cx="3657600" cy="3517900"/>
            </a:xfrm>
            <a:prstGeom prst="rect">
              <a:avLst/>
            </a:prstGeom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D408D51-B10E-EC56-17E9-B63E0A134B9B}"/>
                </a:ext>
              </a:extLst>
            </p:cNvPr>
            <p:cNvSpPr/>
            <p:nvPr/>
          </p:nvSpPr>
          <p:spPr>
            <a:xfrm>
              <a:off x="1491241" y="2562578"/>
              <a:ext cx="1901070" cy="1845733"/>
            </a:xfrm>
            <a:prstGeom prst="ellipse">
              <a:avLst/>
            </a:prstGeom>
            <a:solidFill>
              <a:srgbClr val="F5E004"/>
            </a:solidFill>
            <a:ln w="57150">
              <a:solidFill>
                <a:srgbClr val="FFCB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6EE8C0C-A1DA-1D0A-07FF-E822F5985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65000"/>
            </a:blip>
            <a:stretch>
              <a:fillRect/>
            </a:stretch>
          </p:blipFill>
          <p:spPr>
            <a:xfrm>
              <a:off x="1562869" y="3055658"/>
              <a:ext cx="1829442" cy="1165468"/>
            </a:xfrm>
            <a:prstGeom prst="rect">
              <a:avLst/>
            </a:prstGeom>
          </p:spPr>
        </p:pic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456B0329-2362-E6A0-437B-CC2FB7265F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1241" y="3252592"/>
              <a:ext cx="149669" cy="1043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948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0</Words>
  <Application>Microsoft Macintosh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송재훈</dc:creator>
  <cp:lastModifiedBy>송재훈</cp:lastModifiedBy>
  <cp:revision>2</cp:revision>
  <dcterms:created xsi:type="dcterms:W3CDTF">2026-01-24T04:52:42Z</dcterms:created>
  <dcterms:modified xsi:type="dcterms:W3CDTF">2026-01-24T09:27:46Z</dcterms:modified>
</cp:coreProperties>
</file>